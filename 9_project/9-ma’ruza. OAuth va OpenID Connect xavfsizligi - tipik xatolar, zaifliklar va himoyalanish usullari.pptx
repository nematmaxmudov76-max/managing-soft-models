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8-ma'ruzada OAuth va OIDC qanday ishlashi kerakligini ko'rdik. Bugun — ular amalda qanday buzilgani. Barcha holatlar ochiq manbalarda (Microsoft Security Blog, CSRB hisoboti, tadqiqotchilar maqolalari) tavsiflangan real hodisalar. Maqsad — hujumchi texnikasini o'rganish emas, har bir hodisada qaysi tekshiruv yoki tamoyil buzilganini topish.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tahlil sxemasi A9 amaliy mashg'ulotida ham ishlatiladi: talabalar har bir keys-stadi bo'yicha shu 5 ustunli jadvalni to'ldiradi. Muhim pedagogik fikr: hodisalarni 'hakerlik hikoyasi' sifatida emas, 'qaysi nazorat ishlamadi' sifatida tahlil qilish.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zona keyingi slaydlardagi bitta holat bilan bog'langan. Chapdagi hujumlar ko'p sonli, lekin har biri bitta qayd yozuviga ta'sir qiladi; o'ngdagilar kam uchraydi, lekin bitta hodisa yuzlab tashkilotga ta'sir qiladi (Storm-0558 — 22 tashkilot, Drift — ko'plab Salesforce mijozlari).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Refresh token — u MFA dan keyin beriladi; parol bilan esa MFA dan o'tish kerak. 2) Entra ID da parol almashtirilganda foydalanuvchi refresh tokenlari odatda bekor qilinadi, lekin ilovaga berilgan (application) ruxsatlar va ilova sirlari bunga bog'liq emas — Midnight Blizzard va Drift aynan shunday. 3) Token bilan kirish 'non-interactive' yoki 'service principal' jurnallarida ko'rinadi — ko'pchilik ularni kuzatmaydi. 4) Foydalanuvchi — Revoke-MgUserSignInSession; ilova — sirini o'chirish, rozilikni bekor qilish; CAE (M8) — deyarli real vaqtda.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Security Blog (2022-yil 12-iyul): AiTM fishing kampaniyasi 2021-yil sentyabridan beri 10 000 dan ortiq tashkilotni nishonga olgan; o'g'irlangan seans cookie'si bilan pochtaga kirib, to'lov firibgarligi (BEC) uyushtirilgan. Rozilik fishingi (illicit consent grant) — Microsoft uni alohida tahdid turi sifatida kuzatadi; 2022–2023 yillarda hujumchilar hatto 'tasdiqlangan nashriyot' belgisini qo'lga kiritgan holatlar bo'lgan. Ikkala holatda ham foydalanuvchi 'to'g'ri' ish qilgan: haqiqiy sahifaga kirgan yoki haqiqiy Microsoft oynasida rozilik bergan.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Descope tadqiqotchilari 2023-yil iyunda e'lon qilgan. Microsoft 2023-yil 20-iyunda tasdiqlanmagan domen egalariga tegishli email claim'larini ko'pchilik ilovalar tokenlaridan chiqarib tashladi va dasturchilarga token tekshirish yo'riqnomasiga amal qilishni tavsiya qildi. Bu M2 dagi 'identifikator' tushunchasining bevosita qo'llanishi: identifikator o'zgarmas va noyob bo'lishi kerak. oid — foydalanuvchining tenant ichidagi o'zgarmas ID si; tid — tenant ID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a) db.find_by_email(claims['email']) — tokenda email bor, lekin u kim tomonidan va tasdiqlanganmi, noma'lum. b) O'z tenantida o'ziga qurbon emailini yozib, 'Microsoft bilan kirish' ni bosadi (nOAuth). c) find_by(tid=claims['tid'], oid=claims['oid']); birinchi kirishda bog'lash faqat qo'shimcha tasdiqlash bilan. Rol ham tokendagi roles claim yoki ichki bazadan olinadi, avtomatik 'talaba' emas. d) Kamayadi: validate() da iss = 'https://login.microsoftonline.com/&lt;nuu tid&gt;/v2.0' tekshirilsa, begona tenant tokeni rad etiladi. Lekin baribir oid ishlatish to'g'ri — email o'zgarishi mumkin (familiya o'zgarsa, qayta foydalanilsa).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Manba: Cyber Safety Review Board (CSRB), 'Review of the Summer 2023 Microsoft Exchange Online Intrusion', 2024-yil mart (e'lon — aprel). Kengash xulosasi: hodisaning oldini olish mumkin edi, u 'Microsoft'ning bir qator oldini olsa bo'ladigan xatolari'ning natijasi. Hujumni AQSh Davlat departamenti o'zining kengaytirilgan audit jurnallari (MailItemsAccessed) orqali sezgan — shu sababli keyinroq Microsoft bu jurnallarni barcha mijozlarga bepul taqdim etdi. Kalit qanday o'g'irlangani to'liq aniqlanmagan. M7 dagi Golden SAML bilan solishtiring: format boshqa, mohiyat bir xil.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Security Blog, 2024-yil 25-yanvar: 'Midnight Blizzard: Guidance for responders on nation-state attack'. Hujum 2023-yil noyabrdan boshlangan, 2024-yil 12-yanvarda aniqlangan. full_access_as_app — Exchange Online'ning application turidagi ruxsati: ilova foydalanuvchisiz barcha pochta qutilariga kira oladi. Microsoft tavsiyalari: yuqori imtiyozli ruxsat berilgan ilovalarni kuzatish; qisqa vaqtda ko'plab ilovalarga sir yaratilishini aniqlash; yangi ilovaga rozilik berilganda ogohlantirish. Bu holat M2 (hayotiy sikl, egasiz qayd yozuvlari) va M1 (eng kam imtiyoz) ning eng yorqin misoli.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Salesloft 2025-yil 20-avgustda ogohlantirish e'lon qilgan; Google Threat Intelligence Group hujumchini UNC6395 deb belgilagan. Javob: Salesloft va Salesforce barcha faol access va refresh tokenlarni bekor qilgan, Drift integratsiyasi vaqtincha o'chirilgan. Bu holat Windows'dan tashqarida bo'lsa-da, Entra ID dagi uchinchi tomon ilovalari bilan aynan bir xil xavf: Microsoft 365 ga ulangan har bir SaaS ilova ham shunday tokenlarni saqlaydi.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Jadvalni talabalar bilan birga to'ldirish mumkin: avval faqat birinchi ustunni ko'rsatib, qolganlarini so'rang. Storm-0558 da protokol emas, Microsoft'ning tekshirish kodidagi xato; nOAuth da ilova dasturchisining xatosi. Bu M7 dagi SAML hujumlari xulosasi bilan bir xil: 'xato — amalga oshirishda'.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Microsoft misollariga muvozanat uchun qo'shilgan: M9 dagi holatlarning ko'pchiligi Microsoft muhitida, chunki Microsoft va CSRB batafsil ochiq hisobot beradi. Heroku/Travis CI: GitHub Blog, 2022-yil aprel — tokenlar integratorlar tomonida saqlangan, hodisa npm infratuzilmasida o'g'irlangan AWS kaliti ishlatilgani sezilgach aniqlangan. Okta: 2023-yil 28-sentabr — 17-oktabr, 134 mijoz fayllari, 5 mijozda seans egallab olingan; tuzatishlardan biri — administrator seansini tarmoq manziliga bog'lash. CircleCI: zararli dastur 2022-yil 16-dekabrda tushgan, 29-dekabrda aniqlangan; mijozlarga barcha sirlarni almashtirish va OIDC tokenlariga o'tish tavsiya qilingan. A9 da talabalar bu uch holatni ham tahlil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Tavsiya etilgan ustuvorlik: 1) Test ilovasi — Midnight Blizzard'ning aynan o'zi: sirini o'chirish, ruxsatni olib tashlash, jurnallarni tekshirish. 2) Foydalanuvchi roziligini faqat tasdiqlangan nashriyot va past xavfli ruxsatlar bilan cheklash, ma'mur tasdig'i jarayonini yoqish. 3) 'Dars jadvali' — Mail.ReadWrite juda keng: nashriyotini tekshirish, kerak bo'lsa rozilikni bekor qilish (Remove-MgOauth2PermissionGrant). Keyin: device code ni Shartli kirish bilan bloklash; egasiz ilovalarga ega tayinlash yoki o'chirish (M2 qayta sertifikatlash); sirlarni sertifikat yoki managed identity bilan almashtirish.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Microsoft.Graph PowerShell SDK — Windows PowerShell 5.1 va PowerShell 7 da ishlaydi; eski AzureAD moduli eskirgan. Buyruqlarni faqat o'qish huquqlari bilan ishga tushirish — eng kam imtiyoz tamoyili auditning o'ziga ham qo'llanadi. ClientId — ilovaning service principal ID si; nomini Get-MgServicePrincipal -ServicePrincipalId bilan olish mumkin. A9 amaliy mashg'ulotida talabalar sinov tenantida shu buyruqlar bilan 13-slayddagi holatlarni topadi. Microsoft Defender for Cloud Apps'dagi 'App governance' xuddi shu tahlilni avtomatlashtiradi.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PIM — Privileged Identity Management: imtiyozli rolni doimiy emas, so'rov va tasdiq bilan vaqtincha berish (M1 dagi 'vaqtinchalik imtiyoz' tamoyili). MailItemsAccessed — Storm-0558 ni aniqlagan jurnal; 2023-yildan keyin Microsoft uni kengroq mijozlarga ochgan. Managed identity — Azure resurslari uchun sir saqlamasdan Entra ID ga kirish imkoniyati.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Ro'yxat M8 dagi tekshiruvlar va OAuth 2.1/RFC 9700 tavsiyalarini bugungi holatlar bilan bog'laydi. A9 amaliy mashg'ulotida talabalar tayyor zaif ilovani shu ro'yxat bo'yicha tekshiradi va har bir topilgan xatoni holatlardan biri bilan bog'laydi.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2-C, 3-A, 4-B.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9-MA'RUZA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va OpenID Connect xavfsizligi: tipik xatolar, zaifliklar va himoyalanish usullari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  ·  nOAuth  ·  Storm-0558  ·  Midnight Blizzard  ·  Salesloft Drift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514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9-si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46320" y="443484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4434840"/>
            <a:ext cx="16002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A9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29400" y="443484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29400" y="4434840"/>
            <a:ext cx="2514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Entra ID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Tahlil usuli va hujum yuzasi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holatni bir xil 5 savol bilan tahlil qilamiz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65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~10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Olti real holat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→ ilova → IdP kaliti → ilova ruxsatlari → yetkazib beruvchi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649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~45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Himoya: Entra ID auditi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PowerShell, siyosatlar, dasturchi ro'yxati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7640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parol yoki token?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xatoli kod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ishi: tenant auditi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(4 savol)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TAHLIL USULI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holat uchun beshta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178" y="26586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Kirish nuqtasi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703320"/>
            <a:ext cx="188366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Hujumchi qayerdan boshladi?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60904" y="3108960"/>
            <a:ext cx="128016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98064" y="178308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0944" y="193852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980944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29584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fob-slides/icons_out/ke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265861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98064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sir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2907792" y="3703320"/>
            <a:ext cx="188366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Parol, token, sir yoki imzolash kaliti?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910328" y="3108960"/>
            <a:ext cx="128016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47488" y="178308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5230368" y="1938528"/>
            <a:ext cx="411480" cy="41148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230368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79008" y="2514600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24" name="Image 2" descr="/home/claude/fob-slides/icons_out/ba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026" y="2658618"/>
            <a:ext cx="352044" cy="3520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47488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 tekshiruv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5157216" y="3703320"/>
            <a:ext cx="188366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tekshiruv yo'q yoki noto'g'ri edi?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59752" y="3108960"/>
            <a:ext cx="128016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296912" y="178308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29" name="Shape 24"/>
          <p:cNvSpPr/>
          <p:nvPr/>
        </p:nvSpPr>
        <p:spPr>
          <a:xfrm>
            <a:off x="7479792" y="193852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7479792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028432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/home/claude/fob-slides/icons_out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2658618"/>
            <a:ext cx="352044" cy="3520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296912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Aniqlash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7406640" y="3703320"/>
            <a:ext cx="188366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 va qancha vaqtda sezildi?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409176" y="3108960"/>
            <a:ext cx="128016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546336" y="1783080"/>
            <a:ext cx="2103120" cy="26517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37" name="Shape 31"/>
          <p:cNvSpPr/>
          <p:nvPr/>
        </p:nvSpPr>
        <p:spPr>
          <a:xfrm>
            <a:off x="9729216" y="193852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729216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0277856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4" descr="/home/claude/fob-slides/icons_out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874" y="2658618"/>
            <a:ext cx="352044" cy="352044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546336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9656064" y="3703320"/>
            <a:ext cx="1883664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chora zanjirni uzardi?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CADCFC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777240" y="4754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 3-savol markazda?</a:t>
            </a:r>
            <a:endParaRPr lang="en-US" sz="1800" dirty="0"/>
          </a:p>
        </p:txBody>
      </p:sp>
      <p:sp>
        <p:nvSpPr>
          <p:cNvPr id="45" name="Text 38"/>
          <p:cNvSpPr txBox="1"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1-ma'ruzadagi murojaatlar monitori «har bir murojaat tekshiriladi» tamoyiliga tayanadi. OAuth hujumlarining deyarli barchasi bitta tekshiruvning yo'qligidan boshlanadi: imzo, auditoriya, emitent, ruxsat hajmi yoki qurilmaga bog'lash.</a:t>
            </a:r>
            <a:endParaRPr lang="en-US" sz="16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HUJUM YUZASI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ekotizimining besh zaif nuqtasi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177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Fishing, rozilik, device code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4114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9E3B2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AiTM, rozilik fishingi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98064" y="178308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12" name="Shape 9"/>
          <p:cNvSpPr/>
          <p:nvPr/>
        </p:nvSpPr>
        <p:spPr>
          <a:xfrm>
            <a:off x="3511296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fob-slides/icons_out/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601" y="212026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98064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Mijoz ilova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907792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Noto'g'ri claim, token tekshiruvi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935224" y="4114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9E3B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935224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nOAuth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47488" y="178308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5760720" y="196596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20" name="Image 2" descr="/home/claude/fob-slides/icons_out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025" y="212026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47488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IdP kaliti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157216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Imzolash kalitining o'g'irlanishi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184648" y="4114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9E3B2E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184648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Storm-0558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296912" y="178308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26" name="Shape 21"/>
          <p:cNvSpPr/>
          <p:nvPr/>
        </p:nvSpPr>
        <p:spPr>
          <a:xfrm>
            <a:off x="8010144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fob-slides/icons_out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449" y="2120265"/>
            <a:ext cx="377190" cy="37719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96912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ruxsatlari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06640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Ortiqcha imtiyozli, egasiz ilovalar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434072" y="4114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9E3B2E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434072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Midnight Blizzard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9546336" y="1783080"/>
            <a:ext cx="2103120" cy="310896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59568" y="1965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fob-slides/icons_out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873" y="2120265"/>
            <a:ext cx="377190" cy="37719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546336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Yetkazib beruvchi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656064" y="3200400"/>
            <a:ext cx="1883664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tomondagi tokenlar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9683496" y="41148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9E3B2E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9683496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Salesloft Drift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Chapdan o'ngga: hujum ta'siri bitta foydalanuvchidan butun tashkilotlarga qadar kengayadi.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DF3E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mavzu: token — autentifikatsiya natijasi. Kim tokenga ega bo'lsa, u parol va MFA dan o'tgan hisoblanadi.</a:t>
            </a:r>
            <a:endParaRPr lang="en-US" sz="1600" dirty="0"/>
          </a:p>
        </p:txBody>
      </p:sp>
      <p:sp>
        <p:nvSpPr>
          <p:cNvPr id="42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yoki token: qaysi biri qimmatroq?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38528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8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2096948"/>
            <a:ext cx="259232" cy="2592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783080"/>
            <a:ext cx="9418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biri MFA ni chetlab o'tadi?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1018520" y="178308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280720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822960" y="2962656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3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3121076"/>
            <a:ext cx="259232" cy="2592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2807208"/>
            <a:ext cx="9418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parolini almashtirsa, qaysi biri ishlashda davom etishi mumkin?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1018520" y="2807208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383133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39867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8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4145204"/>
            <a:ext cx="259232" cy="2592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831336"/>
            <a:ext cx="9418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biri kirish jurnallarida kamroq ko'rinadi?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1018520" y="3831336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4855464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822960" y="5010912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3" name="Image 4" descr="/home/claude/fob-slides/icons_out/quest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80" y="5169332"/>
            <a:ext cx="259232" cy="2592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855464"/>
            <a:ext cx="9418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Tokenni kim va qanday bekor qiladi?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1018520" y="4855464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HOLAT 1 · FOYDALANUVCHI DARAJASI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 fishing va rozilik fishingi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 fishing (2022)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10 000+ tashkilot · Microsoft 365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Proksi-sayt haqiqiy login sahifasini ko'rsatadi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Foydalanuvchi parol va MFA ni o'tkazadi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Proksi seans cookie'sini o'g'irlaydi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F7EC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Pochta orqali to'lov firibgarligi (BEC)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DF3E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Buzilgan: Seans cookie'si qurilmaga bog'lanmagan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Rozilik fishingi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240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davom etayotgan tahdid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274320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Zararli ilova ishonchli nom bilan ro'yxatdan o'tadi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329184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291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Foydalanuvchiga «Ruxsat berish» oynasi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EE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8404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Mail.Read, offline_access ruxsatlari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4389120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F7ECE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4389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Parol va MFA umuman kerak emas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26480" y="50292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FDF3E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5029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Buzilgan: Foydalanuvchi har qanday ilovaga rozilik bera oladi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E8F3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Himoya: FIDO2 / Windows Hello (M5) · Token himoyasi va boshqariladigan qurilma talabi · foydalanuvchi roziligini cheklash, ma'mur tasdig'i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HOLAT 2 · MIJOZ ILOVA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nOAuth (2023): email bo'yicha aniqlash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61391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2023-yil iyun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99716" y="1691640"/>
            <a:ext cx="1997964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99716" y="1691640"/>
            <a:ext cx="199796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Descope tadqiqoti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691640"/>
            <a:ext cx="247802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ko'p tenantli ilovalar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«Microsoft bilan kirish» ni qo'llaydi va foydalanuvchini email claim bo'yicha topadi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" y="2834640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72384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7238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Hujumchi o'z Entra ID tenantida ma'mur — o'z qayd yozuviga qurbon emailini yozadi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" y="3621024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58768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5876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ID imzolagan token: to'g'ri imzo, lekin email tekshirilmagan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" y="4407408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45152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F7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773168"/>
            <a:ext cx="420624" cy="420624"/>
          </a:xfrm>
          <a:prstGeom prst="ellipse">
            <a:avLst/>
          </a:prstGeom>
          <a:solidFill>
            <a:srgbClr val="9E3B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4515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qurbonning hisobini ochadi — to'liq egallash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52360" y="2286000"/>
            <a:ext cx="416052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tekshiruv yo'q edi?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7889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Imzo, aud va exp to'g'ri tekshirilgan. Lekin identifikator sifatida o'zgaruvchan va tasdiqlanmagan atribut ishlatilgan: email hujumchi nazoratidagi tenantdan kelgan.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52360" y="4709160"/>
            <a:ext cx="4160520" cy="1554480"/>
          </a:xfrm>
          <a:prstGeom prst="roundRect">
            <a:avLst>
              <a:gd name="adj" fmla="val 5294"/>
            </a:avLst>
          </a:prstGeom>
          <a:solidFill>
            <a:srgbClr val="E8F3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4773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Saboq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120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Foydalanuvchini tid + oid (yoki sub) juftligi bilan aniqlang. Email — ko'rsatish uchun, identifikatsiya uchun emas.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Xatoli kodni toping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cod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603504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5577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microsoft_callback(request):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 = get_id_token(request)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claims = validate(tok)      # imzo, aud, exp: OK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db.find_by_email(claims["email"])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 is None: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 = db.create(email=claims["email"],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role="talaba")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login(user)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Ilova: «Barcha Microsoft hisoblari» (multi-tenant)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783080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766560" y="1783080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66560" y="1783080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1783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qator xavfli va nega?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66560" y="2907792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766560" y="2907792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66560" y="2907792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9077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Hujumchi qurbon hisobiga qanday kiradi?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66560" y="4032504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0" y="4032504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6560" y="4032504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40325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Qatorni qanday to'g'rilaysiz?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66560" y="5157216"/>
            <a:ext cx="48463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766560" y="5157216"/>
            <a:ext cx="502920" cy="100584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66560" y="5157216"/>
            <a:ext cx="502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515721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faqat nuu.uz tenanti uchun bo'lsa, xavf qoladimi?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HOLAT 3 · IDP IMZOLASH KALITI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Storm-0558 (2023): soxta tokenlar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97964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997964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2023-yil may–iyul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83764" y="1691640"/>
            <a:ext cx="363016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83764" y="1691640"/>
            <a:ext cx="363016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tashkilot + 500 dan ortiq shaxs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51092" y="1691640"/>
            <a:ext cx="218998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1092" y="1691640"/>
            <a:ext cx="218998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CSRB hisoboti, 2024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Hujumchi Microsoft iste'molchi hisoblari (MSA) ning 2016-yilgi imzolash kalitini qo'lga kiritadi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" y="2834640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72384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7238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Shu kalit bilan korporativ pochta uchun soxta tokenlar yasaydi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" y="3621024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58768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5876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Tekshirish kodidagi xato iste'molchi kalitini korporativ tokenlar uchun ham qabul qiladi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" y="4407408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45152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F7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773168"/>
            <a:ext cx="420624" cy="420624"/>
          </a:xfrm>
          <a:prstGeom prst="ellipse">
            <a:avLst/>
          </a:prstGeom>
          <a:solidFill>
            <a:srgbClr val="9E3B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4515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Outlook Web va Exchange Online pochtalari o'qiladi; AQSh Davlat departamentidan ~60 000 xat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52360" y="2286000"/>
            <a:ext cx="416052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tekshiruv yo'q edi?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7889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Kalit doirasi tekshirilmagan: token imzosi haqiqiy, lekin u umuman boshqa emitent (iste'molchi tizimi) kaliti bilan qo'yilgan. Emitent va kalit mosligi tekshirilmagan.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52360" y="4709160"/>
            <a:ext cx="4160520" cy="1554480"/>
          </a:xfrm>
          <a:prstGeom prst="roundRect">
            <a:avLst>
              <a:gd name="adj" fmla="val 5294"/>
            </a:avLst>
          </a:prstGeom>
          <a:solidFill>
            <a:srgbClr val="E8F3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4773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Saboq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120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Imzolash kalitlari — eng qimmatli sir (Golden SAML, M7). Kalitni HSM da saqlash, muddatida almashtirish va tekshiruvda emitent-kalit mosligini qat'iy tekshirish.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HOLAT 4 · ILOVA RUXSATLARI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Midnight Blizzard: unutilgan test ilovasi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4156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53415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2023-yil noyabr – 2024-yil yanvar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19956" y="1691640"/>
            <a:ext cx="3054096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19956" y="1691640"/>
            <a:ext cx="305409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korporativ tenanti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28600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 purkash: eski, ishlab chiqarishda bo'lmagan test tenantidagi MFA siz qayd yozuvi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2834640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72384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7238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O'sha tenantdagi eski test OAuth ilovasi Microsoft korporativ muhitida yuqori imtiyozga ega edi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6112" y="3621024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85876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zararli OAuth ilovalar va ma'mur qayd yozuvi yaratiladi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6112" y="4407408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45152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F7ECE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773168"/>
            <a:ext cx="420624" cy="420624"/>
          </a:xfrm>
          <a:prstGeom prst="ellipse">
            <a:avLst/>
          </a:prstGeom>
          <a:solidFill>
            <a:srgbClr val="9E3B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64515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Exchange Online da full_access_as_app ruxsati — rahbariyat pochtalari o'qiladi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52360" y="2286000"/>
            <a:ext cx="416052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8096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tekshiruv yo'q edi?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27889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ham identifikator, lekin uning hayotiy sikli boshqarilmagan: egasiz test ilovasi, ortiqcha imtiyoz va MFA siz qayd yozuvi. Tenantlararo ishonch tekshirilmagan.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52360" y="4709160"/>
            <a:ext cx="4160520" cy="1554480"/>
          </a:xfrm>
          <a:prstGeom prst="roundRect">
            <a:avLst>
              <a:gd name="adj" fmla="val 5294"/>
            </a:avLst>
          </a:prstGeom>
          <a:solidFill>
            <a:srgbClr val="E8F3E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80960" y="4773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Saboq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5120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Ilovalarga ham 2-ma'ruzadagi JML qo'llanadi: egasi, qayta sertifikatlash, eng kam imtiyoz. Test muhitlari ham MFA bilan.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HOLAT 5 · YETKAZIB BERUVCHI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Salesloft Drift (2025): integratsiya tokenlari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2025-yil 8–18 avgust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1691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7180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Salesforce mijozlari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691640"/>
            <a:ext cx="2574036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691640"/>
            <a:ext cx="2574036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yetkazib berish zanjiri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41401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Hujumchi Drift chat-bot xizmatining OAuth tokenlarini qo'lga kiritadi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" y="2834640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72384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072384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Drift ning Salesforce integratsiyasi ruxsati bilan mijozlar tizimlariga kiradi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6112" y="3621024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58768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EEF2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9867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858768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Ma'lumotlarni eksport qiladi va ularda sirlarni qidiradi: AWS kalitlari, parollar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6112" y="4407408"/>
            <a:ext cx="914" cy="237744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45152"/>
            <a:ext cx="6675120" cy="676656"/>
          </a:xfrm>
          <a:prstGeom prst="roundRect">
            <a:avLst>
              <a:gd name="adj" fmla="val 12162"/>
            </a:avLst>
          </a:prstGeom>
          <a:solidFill>
            <a:srgbClr val="F7EC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773168"/>
            <a:ext cx="420624" cy="420624"/>
          </a:xfrm>
          <a:prstGeom prst="ellipse">
            <a:avLst/>
          </a:prstGeom>
          <a:solidFill>
            <a:srgbClr val="9E3B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4645152"/>
            <a:ext cx="5897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Topilgan sirlar orqali boshqa bulut xizmatlariga o'tish xavfi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52360" y="2286000"/>
            <a:ext cx="416052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2377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2B5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tekshiruv yo'q edi?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78892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Qurbon tashkilotlarda hech narsa buzilmagan: tokenlar ularning tizimida emas, uchinchi tomonda o'g'irlangan. Integratsiyaning ruxsati keng va manzil cheklovi yo'q edi.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52360" y="4709160"/>
            <a:ext cx="4160520" cy="1554480"/>
          </a:xfrm>
          <a:prstGeom prst="roundRect">
            <a:avLst>
              <a:gd name="adj" fmla="val 5294"/>
            </a:avLst>
          </a:prstGeom>
          <a:solidFill>
            <a:srgbClr val="E8F3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680960" y="4773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Saboq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120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integratsiya — sizning identifikatoringiz. Minimal scope, IP cheklovi, tokenlarni muntazam bekor qilish; CRM va tiketlarda sir saqlamaslik.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UMUMLASHTIRISH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Olti holat — bitta jadval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475488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73736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737360"/>
            <a:ext cx="2377440" cy="475488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52928" y="17373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sir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66360" y="1737360"/>
            <a:ext cx="3246120" cy="475488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76088" y="17373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Buzilgan tamoyil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58200" y="1737360"/>
            <a:ext cx="3108960" cy="475488"/>
          </a:xfrm>
          <a:prstGeom prst="roundRect">
            <a:avLst>
              <a:gd name="adj" fmla="val 7692"/>
            </a:avLst>
          </a:prstGeom>
          <a:solidFill>
            <a:srgbClr val="1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67928" y="1737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himoya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26771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22677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AiTM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226771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2928" y="22677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Seans cookie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6360" y="226771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76088" y="22677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qurilmaga bog'lanmagan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58200" y="226771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8F3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67928" y="22677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FIDO2, token himoyasi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29077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Rozilik fishingi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0" y="290779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52928" y="29077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Ilovaga ruxsat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166360" y="290779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76088" y="290779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roziligi cheklanmagan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458200" y="290779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67928" y="29077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Ma'mur tasdig'i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54787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35478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nOAuth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0" y="354787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852928" y="35478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66360" y="354787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276088" y="35478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O'zgaruvchan identifikator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458200" y="354787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8F3E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67928" y="35478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tid + oid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418795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418795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Storm-0558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743200" y="418795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52928" y="41879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IdP imzolash kaliti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166360" y="418795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76088" y="41879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Emitent-kalit mosligi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458200" y="418795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67928" y="41879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HSM, qat'iy tekshiruv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48640" y="482803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48280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Midnight Blizzard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743200" y="482803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852928" y="48280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sirlari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166360" y="482803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EEF2F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276088" y="48280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hayotiy sikli, eng kam imtiyoz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458200" y="482803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E8F3E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567928" y="48280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Ilovalar auditi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548640" y="5468112"/>
            <a:ext cx="2148840" cy="566928"/>
          </a:xfrm>
          <a:prstGeom prst="roundRect">
            <a:avLst>
              <a:gd name="adj" fmla="val 6452"/>
            </a:avLst>
          </a:prstGeom>
          <a:solidFill>
            <a:srgbClr val="2A377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58368" y="54681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Salesloft Drift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2743200" y="5468112"/>
            <a:ext cx="237744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852928" y="54681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Integratsiya tokeni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166360" y="5468112"/>
            <a:ext cx="324612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76088" y="54681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tomonga ishonch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458200" y="5468112"/>
            <a:ext cx="31089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67928" y="54681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Minimal scope, IP cheklovi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Birorta holatda ham OAuth protokolining o'zi «buzilmagan» — buzilgan narsa uning atrofidagi tekshiruv va boshqaruv.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BOSHQA PROVAYDERLARDA HAM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Xuddi shu xatolar — boshqa kompaniyalarda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611880"/>
          </a:xfrm>
          <a:prstGeom prst="roundRect">
            <a:avLst>
              <a:gd name="adj" fmla="val 2278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Heroku va Travis CI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 · GitHub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Integratorlarda saqlangan foydalanuvchi OAuth tokenlari o'g'irlanib, o'nlab tashkilotlarning yopiq repozitoriylari yuklab olingan. GitHub ning o'zi buzilmagan.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251960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Sir: Integratsiya tokeni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773168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E8F3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7731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Minimal scope, ilovalarni qayta ko'rish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0248" y="1737360"/>
            <a:ext cx="3611880" cy="3611880"/>
          </a:xfrm>
          <a:prstGeom prst="roundRect">
            <a:avLst>
              <a:gd name="adj" fmla="val 2278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3128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Okta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 · IdP provayderi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26060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Xizmat hisobi paroli xodimning shaxsiy Google profilida saqlangan. Qo'llab-quvvatlash tizimidagi HAR fayllaridan 134 mijozning seans tokenlari olingan.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53128" y="4251960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Sir: Seans tokeni (HAR)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53128" y="4773168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E8F3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44568" y="47731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Shaxsiy profilni taqiqlash, seansni bog'lash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91856" y="1737360"/>
            <a:ext cx="3611880" cy="3611880"/>
          </a:xfrm>
          <a:prstGeom prst="roundRect">
            <a:avLst>
              <a:gd name="adj" fmla="val 2278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74736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CircleCI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2022–2023 · CI/CD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74736" y="2606040"/>
            <a:ext cx="3246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Muhandis noutbukidagi zararli dastur MFA dan keyingi SSO seans cookie sini o'g'irlagan; mijozlarning sirlari olingan.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74736" y="4251960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4251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Sir: Seans cookie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74736" y="4773168"/>
            <a:ext cx="3246120" cy="457200"/>
          </a:xfrm>
          <a:prstGeom prst="roundRect">
            <a:avLst>
              <a:gd name="adj" fmla="val 18000"/>
            </a:avLst>
          </a:prstGeom>
          <a:solidFill>
            <a:srgbClr val="E8F3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66176" y="47731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Qurilma holati, JIT, qisqa OIDC tokenlari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DF3E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naqsh: parol emas, token va seans o'g'irlanadi. Xato provayderga emas, yo'q bo'lgan nazoratga bog'liq — scope, muddat, qurilmaga bog'lash, audit.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ISHI · 8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 Entra ID tenanti auditi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quyidagilarni aniqladi. Birinchi 24 soatda qaysi uchtasini hal qilasiz va qanday?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33172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ro'yxatdan o'tgan ilovaning egasi yo'q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233172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ilovasida Directory.ReadWrite.All (application), sir muddati — 2099-yil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56616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talaba «Dars jadvali» ilovasiga Mail.ReadWrite ruxsatini bergan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26480" y="356616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17920" y="356616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code oqimi hech qanday siyosat bilan cheklanmagan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80060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80060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187452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Foydalanuvchilar istalgan ilovaga o'zlari rozilik bera oladi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26480" y="4800600"/>
            <a:ext cx="54864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17920" y="4800600"/>
            <a:ext cx="11887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 ilova Entra ID ga parol bilan (sirlar) kiradi, sertifikat bilan emas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WINDOWS'DAN AUDIT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 PowerShell bilan ilovalar auditi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68580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 Modul va ulanish (faqat o'qish huquqi)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Install-Module Microsoft.Graph -Scope CurrentUser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Connect-MgGraph -Scopes "Application.Read.All","Directory.Read.All"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Foydalanuvchilar bergan rozilik (delegated)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Get-MgOauth2PermissionGrant -All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ClientId, ConsentType, Scope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Foydalanuvchisiz ruxsatlar (application)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Get-MgServicePrincipal -All | ForEach-Object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Get-MgServicePrincipalAppRoleAssignment -ServicePrincipalId $_.Id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Sirlari va ularning muddati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Get-MgApplication -All | Select DisplayName,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@{n='SirTugashi'; e={$_.PasswordCredentials.EndDateTime}}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0" y="17830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Nimaga qarash kerak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2402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Mail.*, Files.*, Directory.*, full_access_as_app kabi keng ruxsatlar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3273552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7EC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 belgisi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7307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ConsentType = AllPrincipals yoki noma'lum nashriyot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4764024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4855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Sirlar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522122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Muddati yillab, bir nechta faol sir, yaqinda qo'shilgan sir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HIMOYA SIYOSATLARI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Entra ID da nimani sozlash kerak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user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roziligi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tasdiqlangan nashriyot va past xavfli ruxsatlar; qolgani — ma'mur tasdig'i orqali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ba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839" y="21392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Shartli kirish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code oqimini bloklash; boshqariladigan qurilma; token himoyasi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c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79" y="213923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0116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 identifikatorlari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 o'rniga sertifikat yoki managed identity; qisqa muddat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fob-slides/icons_out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428807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160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Ilovalar hayotiy sikli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ilovaning egasi; davriy qayta sertifikatlash (M2)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fob-slides/icons_out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839" y="428807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160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Jurnallar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 principal va non-interactive kirishlar, «Consent to application», MailItemsAccessed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fob-slides/icons_out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879" y="428807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16052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Imtiyozli rollar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Administrator kabi rollar — Tier 0; PIM bilan vaqtinchalik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chorani 12-slayddagi jadval bilan solishtiring: qaysi holatni to'xtatardi?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DASTURCHI UCHUN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OAuth/OIDC ilovasini chiqarishdan oldin: 10 band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4767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— tid + oid bo'yicha, email bo'yicha emas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9" name="Shape 7"/>
          <p:cNvSpPr/>
          <p:nvPr/>
        </p:nvSpPr>
        <p:spPr>
          <a:xfrm>
            <a:off x="6291072" y="194767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91072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8308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 — faqat o'z tenantingiz (yoki ruxsat etilganlar ro'yxati)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81635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5176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 — aynan o'z ilovangiz yoki API ngiz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81635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91072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5176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Imzo — JWKS dagi kalit; alg — ruxsat ro'yxatidan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68503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52044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Kod + PKCE; state va nonce tekshiriladi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352044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91072" y="368503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91072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52044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redirect_uri — aniq moslik, ochiq yo'naltirishsiz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55371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38912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Minimal scope; application ruxsatlari faqat zarurat bo'lsa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6480" y="438912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455371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91072" y="4553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38912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Tokenlar URL, jurnal va localStorage ga yozilmaydi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13232" y="542239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52578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 o'rniga sertifikat; sirlar kalitlar omborida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26480" y="5257800"/>
            <a:ext cx="5486400" cy="749808"/>
          </a:xfrm>
          <a:prstGeom prst="roundRect">
            <a:avLst>
              <a:gd name="adj" fmla="val 10976"/>
            </a:avLst>
          </a:prstGeom>
          <a:solidFill>
            <a:srgbClr val="EEF2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291072" y="5422392"/>
            <a:ext cx="420624" cy="420624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91072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52578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Tayyor kutubxona: MSAL, Microsoft.Identity.Web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1-band nOAuth ni, 2–4-bandlar Storm-0558 turidagi xatolarni, 7–9-bandlar Midnight Blizzard va Drift ta'sirini kamaytiradi.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— autentifikatsiya natijasi: uni o'g'irlagan hujumchi parol va MFA dan o'tgan hisoblanadi.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Foydalanuvchini o'zgarmas identifikator (tid + oid) bilan aniqlang — email bilan emas.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IdP imzolash kaliti — butun tizimning kaliti: Storm-0558 va Golden SAML bir xil saboq beradi.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Ilovalar ham identifikator: egasi, hayotiy sikli, eng kam imtiyozi va auditi bo'lishi shart.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Protokol buzilmaydi — uning atrofidagi tekshiruv va boshqaruv buziladi.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nOAuth ga qaysi xato sabab bo'lgan?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Imzo tekshirilmagan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Foydalanuvchi email bo'yicha aniqlangan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PKCE yo'q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Token muddati uzun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Storm-0558 da nima o'g'irlangan?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Foydalanuvchi paroli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Refresh token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Imzolash kaliti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SAML sertifikati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Midnight Blizzard qayerdan boshlangan?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MFA siz eski test qayd yozuvi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FIDO2 kaliti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Kerberos chiptasi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VPN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Rozilik fishingiga qarshi asosiy chora?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Parolni uzaytirish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Foydalanuvchi roziligini cheklash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SMS kod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NTLM ni o'chirish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 va keyingi mavzu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fi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9280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Keys-stadi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860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holatni tanlab, 3-slayddagi 5 savol bo'yicha 1 sahifalik tahlil yozing; manbalarni ko'rsating.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227832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termin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369600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33756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A9 ga tayyorgarlik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73075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Microsoft.Graph PowerShell modulini o'rnating; 14-slayddagi buyruqlar sintaksisini o'rganing.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672584"/>
            <a:ext cx="7086600" cy="1298448"/>
          </a:xfrm>
          <a:prstGeom prst="roundRect">
            <a:avLst>
              <a:gd name="adj" fmla="val 6338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99262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5140757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782312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Qidiruv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175504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2025–2026 yillardagi yana bitta OAuth hodisasini toping va jadvalga yangi qator qo'shing.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1783080"/>
            <a:ext cx="3749040" cy="4187952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8638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86384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M10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8092440" y="3474720"/>
            <a:ext cx="329184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Diskretsion foydalanish nazorati: ACL, HRU va Take-Grant modellari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4892040"/>
            <a:ext cx="32918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Autentifikatsiyadan avtorizatsiya modellariga o'tamiz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Holatlar bo'yicha birlamchi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Security Blog. From cookie theft to BEC: AiTM phishing, 12.07.2022.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77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Descope. nOAuth: How Microsoft OAuth misconfiguration can lead to full account takeover, 06.2023.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432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 Safety Review Board. Review of the Summer 2023 Microsoft Exchange Online Intrusion, 2024.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83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941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657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Security Blog. Midnight Blizzard: Guidance for responders on nation-state attack, 25.01.2024.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233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 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3425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34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297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Salesloft advisory (20.08.2025); Google Threat Intelligence Group: UNC6395.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663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Holat 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743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74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937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Blog (04.2022); Okta Security root cause (11.2023); CircleCI incident report (01.2023).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 provayderlar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61441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614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Learn. Microsoft Graph PowerShell; Manage app consent; Token protection.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943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Himoya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9-ma'ruza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9-ma'ruza. OAuth va OIDC hujumlari: real holatlar tahlili</dc:title>
  <dc:subject>PptxGenJS Presentation</dc:subject>
  <dc:creator>PptxGenJS</dc:creator>
  <cp:lastModifiedBy>PptxGenJS</cp:lastModifiedBy>
  <cp:revision>1</cp:revision>
  <dcterms:created xsi:type="dcterms:W3CDTF">2026-09-27T12:59:28Z</dcterms:created>
  <dcterms:modified xsi:type="dcterms:W3CDTF">2026-09-27T12:59:28Z</dcterms:modified>
</cp:coreProperties>
</file>