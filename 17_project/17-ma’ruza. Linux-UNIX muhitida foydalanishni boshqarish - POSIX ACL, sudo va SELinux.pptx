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M16 da Windows'ni ko'rdik: SID, token, DACL, AD. Bugun serverlarning ko'pchiligi ishlaydigan Linux. Maqsad — ikki tizimni solishtirib, bir xil nazariy g'oyalar (M10 DAC, M11 MAC, M1 eng kam imtiyoz) qanday turlicha amalga oshirilganini ko'rish. Universitet serverlarining aksariyati (HEMIS, veb-saytlar, Moodle) Linux'da, lekin foydalanuvchilar AD da — shuning uchun ikkala dunyoni bilish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777 — hamma (egasi, guruh, boshqalar) o'qiydi, yozadi, ishga tushiradi. Bu Windows'dagi 'Everyone: Full Control' ning aynan o'zi (M16, 17-slayd). Xavf: serverdagi istalgan hisob yoki buzilgan boshqa xizmat fayllarni o'zgartira oladi, yuklangan faylni ishga tushirish mumkin bo'ladi. To'g'ri yechim: papka egasini veb-server hisobiga (www-data yoki nginx) berish yoki guruh orqali 770/750, yuklash papkasida ishga tushirishni taqiqlash va SELinux kontekstini to'g'ri qo'yish (III bo'lim). Dars oxirida shu savolga qaytamiz.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UID — User ID, GID — Group ID; oddiy butun sonlar (odatda 0-65535 va undan ko'p). 0 — root, 1-999 — tizim hisoblari (xizmatlar: www-data, postgres), 1000+ — oddiy foydalanuvchilar. /etc/shadow — M3 dagi parol xeshlash amaliyoti: zamonaviy distributivlarda yescrypt ($y$), eskilarida SHA-512 ($6$). Taqqos: Windows SID global noyob (domen qismi bor), UID esa faqat bitta mashina yoki bitta LDAP katalog doirasida noyob — NFS kabi tarmoq fayl tizimlarida UID nomuvofiqligi klassik muammo. SSSD (System Security Services Daemon) — Linux'ni AD/LDAP/Kerberos ga ulaydi; realm join nuu.uz buyrug'i bilan.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Klassik UNIX modeli — M10 dagi DAC ning eng sodda shakli: har bir faylda egasi, bitta guruh va 9 bit. Sakkizlik yozuv: r=4, w=2, x=1; 750 = rwx (7) r-x (5) --- (0). Buyruqlar: chmod (huquq), chown (egasi), chgrp (guruh). Papkadagi x (search) — ichiga kirish; r siz x — nomini bilsangiz faylni ochasiz, lekin ro'yxatni ko'rmaysiz. Windows bilan taqqos: Windows'da 'Delete' — faylning o'z ACE si (va ota papkaning 'Delete subfolders and files'), Linux'da faqat papkaning w huquqi. Bu nozik farq amaliyotda ko'p xatolarga sabab bo'ladi.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tekshiruv algoritmi: sinflar ketma-ket tekshiriladi va BIRINCHI mos keladigan sinf bitlari qo'llanadi; keyingisiga o'tilmaydi. Shuning uchun egasi guruhdan kamroq huquqqa ega bo'lishi mumkin — bu o'ziga xos 'deny' mexanizmi. Root (aniqrog'i CAP_DAC_OVERRIDE) o'qish/yozishda tekshiruvni chetlab o'tadi; ishga tushirish uchun esa kamida bitta x biti kerak. umask — M16 dagi Windows 'default DACL' va ota papkadan meros o'rniga ishlatiladigan mexanizm: yangi obyekt ruxsati umask dan olinadi, ota papkadan emas (POSIX default ACL bundan mustasno — 10-slayd). Eng kam imtiyoz (M1): serverlarda umask 027 yoki 077.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SUID (Set User ID) — M1 dagi 'ishonchli dastur' g'oyasi: passwd dasturi root sifatida ishlaydi, lekin faqat bitta ish qiladi (foydalanuvchining o'z parolini o'zgartirish). Xavf: SUID root dasturdagi har qanday xato imtiyozni oshirish yo'liga aylanadi. Shu sababli SUID fayllar soni minimal bo'lishi va muntazam inventarizatsiya qilinishi kerak — slayddagi buyruq himoyachi auditi (A17 da ham). Zamonaviy yondashuv: SUID o'rniga capabilities (12-slayd). Windows o'xshashi: aniq ekvivalenti yo'q; eng yaqini — SYSTEM nomidan ishlovchi xizmat va unga oddiy foydalanuvchi so'rov yuborishi. SGID papkada — jamoa papkasi uchun juda foydali (namoyishda ishlatamiz).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Yo'q — Aziz egasi, shuning uchun faqat egasi bitlari (---) qo'llanadi; guruh bitlariga o'tilmaydi (6-slayd). Egasi esa chmod bilan o'ziga huquq qaytara oladi — chunki ruxsatni o'zgartirish huquqi egada (Windows'dagi Owner kabi). b) Ha — o'chirish papkaning w huquqiga bog'liq, faylning 400 ruxsatiga emas. c) Yo'q — sticky bit: faqat fayl egasi, papka egasi yoki root o'chira oladi. d) Fayl 640 (rw-r-----), papka 750 (rwxr-x---).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POSIX ACL (POSIX.1e loyihasi, 1990-yillar; standart sifatida qabul qilinmagan, lekin Linux, ext4, XFS da qo'llanadi). Tekshiruv tartibi: egasi → nomlangan foydalanuvchilar → guruhlar (egasi guruhi va nomlangan guruhlar; mos kelganlari orasidan birortasi ruxsat bersa) → boshqalar; nomlangan yozuvlar va guruhlar mask bilan cheklanadi. rwX (katta X) — faqat papkalarga va allaqachon bajariladigan fayllarga x beradi. Windows bilan farq: Deny ACE yo'q, meros faqat yaratilish paytida (Windows'da ota papka o'zgarsa meros qayta tarqaladi). NFSv4 ACL lar Windows modeliga ancha yaqin (allow/deny, boy huquqlar). A17 da kafedra papkasi uchun ACL sozlanadi.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sudo — 'superuser do'. /etc/sudoers sintaksisi: kim  qaysi_host=(qaysi_hisob_nomidan) buyruqlar. %guruh — guruh. visudo sintaksisni tekshiradi — xato sudoers faylida hamma sudo huquqini yo'qotishi mumkin. Muhim: 'ALL' yoki interaktiv dasturlar (tahrirlovchilar, pager'lar) ruxsat berilsa, ular orqali qobiq ochish mumkin bo'ladi — shuning uchun fayl tahrirlash uchun sudoedit ishlatiladi. log_output — sessiya chiqishini yozib boradi (audit). PAM (Pluggable Authentication Modules) — M3-M6 dagi mexanizmlarni Linux'ga ulash nuqtasi: /etc/pam.d/ dagi fayllar. Masalan, pam_faillock — M3 dagi hisobni vaqtincha bloklash siyosati.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capabilities(7) — Linux 2.2 dan. Fayl capabilities (setcap) — SUID root ning xavfsiz muqobili: dastur faqat kerakli imtiyozni oladi. systemd xizmatlarida: AmbientCapabilities=CAP_NET_BIND_SERVICE va CapabilityBoundingSet= bilan cheklash. CAP_SYS_ADMIN juda keng — uni berish amalda root berish bilan teng; konteynerlarda (M18) aynan shu sababli privileged rejim xavfli. Windows privileges bilan moslik taxminiy — modellar bir xil emas, lekin g'oya bir: 'hamma narsa yoki hech narsa' o'rniga mayda imtiyozlar (M1 eng kam imtiyoz).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SELinux — NSA va Red Hat tomonidan ishlab chiqilgan (2000), RHEL/Fedora/Rocky/Alma da standart yoqilgan. M11 dagi MAC ning amaliy ifodasi: siyosatni ma'mur (tizim) belgilaydi, foydalanuvchi o'zgartira olmaydi. Asosiy mexanizm — Type Enforcement: har bir jarayon domen (httpd_t), har bir fayl tur (httpd_sys_content_t) oladi, ruxsat faqat allow qoidalari bilan. MLS/MCS darajasi (s0, s0:c1) — M11 dagi Bell-LaPadula. Rejimlar: Enforcing (rad etadi), Permissive (faqat jurnalga yozadi — nosozlikni tahlil qilish uchun), Disabled. Muhokamaga qaytish: '777' SELinux da ham yordam bermaydi, to'g'ri yechim — to'g'ri kontekst (httpd_sys_rw_content_t) va semanage fcontext. Windows o'xshashi: MIC (yaxlitlik darajalari, M11) — lekin u ancha sodda.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Namoyishni Rocky/Alma Linux (SELinux uchun) yoki Ubuntu VM da, yoki Windows'da WSL2 da o'tkazish mumkin (WSL da SELinux yo'q — getenforce ishlamaydi, buni ham ko'rsating). Oldindan ax_oqituvchi va dekanat guruhlarini, bir-ikkita test foydalanuvchini yarating (groupadd, useradd -G). 2770: SGID + rwxrwx---. 'Sinab ko'ring' javobi: dekanat faqat rX oladi — fayl yarata olmaydi (Permission denied). Savol javobi: Windows'da G_AX_Oqituvchi → DL_Kafedra_M (Modify), G_Dekanat → DL_Kafedra_R (Read); meros (OI)(CI). Linux'da guruh = rol, ACL = qo'shimcha ruxsat to'plami.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jadval — M10-M17 blokining amaliy xulosasi. Asosiy g'oya: nazariy modellar (DAC, MAC, eng kam imtiyoz) bir xil, amalga oshirish tafsilotlari turlicha va aynan tafsilotlarda xatolar yashiradi. Talabalarga savol: 'Qaysi biri xavfsizroq?' — to'g'ri javob: to'g'ri sozlangani. Windows modeli boyroq va markazlashgan (AD, GPO), Linux modeli soddaroq, lekin SELinux kabi kuchli MAC ga ega. Universitet muhitida ikkalasi birga ishlaydi: Linux serverlar AD ga SSSD orqali ulangan. Uyga vazifaning birinchi topshirig'i shu jadvalni kengaytirish.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MAC qatlami butunlay olib tashlangan; to'g'ri yo'l — ausearch -m AVC bilan sababni topish, to'g'ri kontekst (semanage fcontext + restorecon) yoki SELinux boolean; vaqtincha tahlil uchun faqat Permissive. b) Eng kam imtiyoz va hisobdorlik buzilgan — aziz amalda root, parolsiz; aniq buyruqlar ro'yxati, NOPASSWD ni olib tashlash, PIM uslubida vaqtinchalik huquq. c) Interaktiv tahrirlovchini root sifatida ishga tushirish — tahrirlovchi ichidan boshqa fayllarni ochish yoki qobiq chaqirish mumkin; to'g'ri yechim: sudoedit /etc/hosts (tahrirlovchi foydalanuvchi huquqida ishlaydi). d) Guruh a'zolari skriptni o'zgartirib, uni root sifatida ishga tushira oladi — imtiyozni oshirish; SUID ni olib tashlash (skriptlarda SUID umuman ishlatilmaydi), egasi root:root 755, zarur bo'lsa sudo qoidasi yoki systemd xizmati.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1-B, 2-C, 3-B, 4-B.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Atamalar: capabilities — imkoniyatlar/mayda imtiyozlar (xalqaro atama saqlandi); sticky bit — yopishqoq bit; type enforcement — tur majburlash. A17 amaliyoti: Linux VM da foydalanuvchi/guruh yaratish, rwx va ACL sozlash, sudoers qoidasi, SELinux kontekstini tiklash (restorecon) va AVC jurnalini o'qish; natijalarni M16 dagi Windows sozlamalari bilan solishtirish.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linux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17-MA'RUZA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Linux/UNIX muhitida foydalanishni boshqarish: POSIX ACL, sudo va SELinux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rwx va maxsus bitlar · POSIX ACL · sudo va capabilities · SELinux · Windows bilan solishtirish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17-si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60620" y="4434840"/>
            <a:ext cx="17145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0620" y="4434840"/>
            <a:ext cx="17145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A17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434840"/>
            <a:ext cx="30861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30861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+ Windows taqqosi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UNIX klassik modeli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UID/GID, rwx, tekshiruv tartibi, umask, maxsus bitlar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Kengaytmalar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POSIX ACL, sudo va PAM, capabilities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73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 va taqqos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SELinux, AppArmor, Windows bilan solishtirish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672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chmod 777?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kim kira oladi?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setfacl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sudo auditi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«chmod 777 qildim — ishladi!»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veb-ilova fayllarni /var/www/uploads ga yoza olmayotganini ko'rib, forumdagi maslahat bo'yicha chmod -R 777 qildi. Ilova ishladi.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Muammo hal bo'ldimi yoki yangi muammo paydo bo'ldimi?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Windows'dagi qaysi sozlama «777» ga o'xshaydi (M16)?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To'g'ri yechim qanday bo'lishi kerak edi?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IDENTIFIKATORLAR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 va GID: Linux'dagi SID o'rnida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2834640"/>
          </a:xfrm>
          <a:prstGeom prst="roundRect">
            <a:avLst>
              <a:gd name="adj" fmla="val 2903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6492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 aziz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uid=1001(aziz) gid=1001(aziz) groups=1001(aziz),1005(buxgalteriya),27(sudo)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aziz /etc/passwd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aziz:x:1001:1001:Aziz Karimov:/home/aziz:/bin/bash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grep aziz /etc/shadow        # parol xeshi (M3)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aziz:$y$j9T$…:19980:0:99999:7:::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2402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Hisoblar ro'yxati; hamma o'qiy oladi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74320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2816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/etc/shadow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200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xeshlari (yescrypt); faqat root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370332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37764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/etc/group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160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Guruhlar va a'zolar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DF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463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 0 = root: barcha ruxsat tekshiruvlarini chetlab o'tadi. Windows'da bunday «sehrli» raqam yo'q — Administrators ham DACL ga bo'ysunadi.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4846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48463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Universitetda: Linux serverlar SSSD/realmd orqali AD ga ulanadi — foydalanuvchi va guruhlar AD dan keladi, SID lar UID ga moslashtiriladi (M6).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KLASSIK RUXSATLAR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rwx: uch sinf × uch huquq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2A37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turi (d = papka)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55648" y="178308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55648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 (u)  ·  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3D4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(g)  ·  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12864" y="178308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D993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12864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12864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boshqalar (o)  · 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1920240" cy="1188720"/>
          </a:xfrm>
          <a:prstGeom prst="roundRect">
            <a:avLst>
              <a:gd name="adj" fmla="val 6923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r=4, w=2, x=1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20040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Huquq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11680" y="3200400"/>
            <a:ext cx="434340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011680" y="3200400"/>
            <a:ext cx="43434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Faylda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3200400"/>
            <a:ext cx="5166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Papkada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68503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" y="3685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011680" y="3685032"/>
            <a:ext cx="434340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121408" y="36850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Mazmunini o'qish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0" y="3685032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10528" y="36850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Ichidagi nomlar ro'yxatini ko'rish (ls)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21538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2153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011680" y="4215384"/>
            <a:ext cx="4343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21408" y="421538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Mazmunini o'zgartirish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0" y="4215384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0528" y="42153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 yaratish, o'chirish, nomini o'zgartirish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745736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47457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011680" y="4745736"/>
            <a:ext cx="434340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121408" y="47457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Dastur sifatida ishga tushirish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400800" y="4745736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10528" y="47457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Ichiga kirish (cd) va fayllarga murojaat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DF3E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Tuzoq: faylni o'chirish — faylning emas, papkaning w huquqi. Faylingiz 400 bo'lsa ham, papkaga w bor boshqa foydalanuvchi uni o'chira oladi.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TEKSHIRUV TARTIBI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Tekshiruv: birinchi mos sinf hal qiladi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9E3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783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 = 0 (root)?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17720" y="2112264"/>
            <a:ext cx="3657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1783080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 → ruxsat (x uchun kamida bitta x bo'lsa)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603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80160" y="256032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2560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 = fayl egasi?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2889504"/>
            <a:ext cx="3657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2560320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2560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 → faqat egasi bitlari (u)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3D4A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3375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80160" y="333756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17320" y="3337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Guruhlaridan biri = fayl guruhi?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3666744"/>
            <a:ext cx="3657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0" y="3337560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66360" y="3337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 → faqat guruh bitlari (g)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1148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280160" y="411480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417320" y="4114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Aks holda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17720" y="4443984"/>
            <a:ext cx="3657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9200" y="4114800"/>
            <a:ext cx="2926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66360" y="4114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boshqalar bitlari (o)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83880" y="1783080"/>
            <a:ext cx="3429000" cy="2990088"/>
          </a:xfrm>
          <a:prstGeom prst="roundRect">
            <a:avLst>
              <a:gd name="adj" fmla="val 2752"/>
            </a:avLst>
          </a:prstGeom>
          <a:solidFill>
            <a:srgbClr val="FDF3E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6676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Windows'dan farqi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228600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barcha guruhlar huquqlari yig'iladi (M16). Linux'da faqat bitta sinf tanlanadi: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----rwx---  aziz buxgalteriya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— egasi, lekin egasi bitlari «---»: guruhda bo'lsa ham kira olmaydi!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0474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umask — yangi fayllar uchun standart ruxsat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fayl 666, papka 777 dan umask bitlari olib tashlanadi.  umask 022 → 644 / 755 (hamma o'qiydi).  umask 027 → 640 /750 (boshqalarga hech narsa) — serverlar uchun tavsiya etiladi.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MAXSUS BITLAR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SUID, SGID va sticky bit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9385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620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-rwsr-xr-x  root  /usr/bin/passwd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Dastur egasining huquqi bilan ishlaydi. passwd — oddiy foydalanuvchi /etc/shadow ga yozishi uchun.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SGID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385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24688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620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drwxrws---  aziz  buxgalteriya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0632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Papkada: yangi fayllar papka guruhini meros oladi — umumiy jamoa papkalari uchun.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Sticky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19385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24688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620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drwxrwxrwt  root  /tmp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0632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papkada har kim faqat o'z faylini o'chira oladi (5-slayddagi tuzoqqa yechim).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620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Himoyachi inventarizatsiyasi: SUID/SGID fayllar ro'yxati va etalon bilan solishtirish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find / -xdev -type f -perm /6000 -ls &gt; suid_bugun.txt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suid_etalon.txt suid_bugun.txt      # yangi paydo bo'lgan SUID — tekshiriladi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7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nima qila oladi?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(uid 1001) «buxgalteriya» guruhida; Olim guruhda emas. Har bir holatda natijani va sababini ayting.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----rw----  aziz buxgalteriya  hisobot.txt — Aziz faylni o'qiydimi?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drwxrwxrwx papkada Olimning 400 fayli — Aziz uni o'chira oladimi?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drwxrwxrwt /tmp da Olimning fayli — Aziz uni o'chira oladimi?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umask 027 bo'lsa, Aziz yaratgan yangi fayl va papka ruxsati qanday?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Kengaytmalar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POSIX ACL · sudo va PAM · Capabilities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POSIX ACL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guruh yetmasa: setfacl va getfacl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setfacl -m u:olim:rw  hisobot.xlsx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setfacl -m g:dekanat:r hisobot.xlsx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setfacl -d -m g:buxgalteriya:rwX /srv/hisobot   # meros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getfacl hisobot.xlsx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owner: aziz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group: buxgalteriya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user::rw-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user:olim:rw-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group::r--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group:dekanat:r--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mask::rw-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other::---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Nomlangan yozuvlar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240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Istalgan foydalanuvchi/guruhga alohida huquq — Windows ACE ga o'xshash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2916936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3741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Nomlangan yozuvlar va guruh uchun yuqori chegara; chmod g= uni o'zgartiradi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4050792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ACL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5079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papkada; yangi fayllarga o'tadi — Windows'dagi (OI)(CI) meros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5184648"/>
            <a:ext cx="4480560" cy="1024128"/>
          </a:xfrm>
          <a:prstGeom prst="roundRect">
            <a:avLst>
              <a:gd name="adj" fmla="val 8036"/>
            </a:avLst>
          </a:prstGeom>
          <a:solidFill>
            <a:srgbClr val="FDF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Deny yo'q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5641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ruxsat beriladi; ls -l da «+» belgisi ACL borligini bildiradi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IMTIYOZNI VAQTINCHA OSHIRISH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sudo: root parolini bermasdan cheklangan huquq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2834640"/>
          </a:xfrm>
          <a:prstGeom prst="roundRect">
            <a:avLst>
              <a:gd name="adj" fmla="val 2903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6492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/etc/sudoers.d/kafedra   (faqat «visudo -f» bilan tahrirlanadi)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%helpdesk  ALL=(root)     /usr/bin/systemctl restart nginx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%dba       ALL=(postgres) /usr/bin/psql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   log_output, timestamp_timeout=5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-l                    # menga nima ruxsat berilgan?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journalctl _COMM=sudo      # kim, qachon, nimani bajardi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18379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sudo ≠ su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671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 — root parolini bilish; sudo — o'z parolingiz, aniq buyruqlar, jurnal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74320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o'xshashi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1272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UAC / «Run as» (M16) va vaqtinchalik imtiyoz — PIM (M13)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370332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3758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0873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o'rniga aniq buyruqlar ro'yxati; NOPASSWD dan saqlaning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91947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PAM — autentifikatsiya modullari zanjiri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03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login, ssh, sudo o'z tekshiruvini PAM ga topshiradi: pam_unix (parol), pam_faillock (bloklash, M3), pam_pwquality (parol sifati), pam_sss (AD/Kerberos, M6). Windows'dagi LSA va autentifikatsiya paketlariga o'xshaydi.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LINUX CAPABILITIES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Root'ni bo'laklarga ajratish: capabilities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huquqi 40 dan ortiq alohida imtiyozga bo'lingan. Dasturga faqat kerakli bo'lagini berish mumkin — Windows'dagi token imtiyozlari (M16) g'oyasi.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3375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33375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capability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31920" y="2514600"/>
            <a:ext cx="37947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31920" y="2514600"/>
            <a:ext cx="3794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beradi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2514600"/>
            <a:ext cx="37947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2514600"/>
            <a:ext cx="3794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o'xshashi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333756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99923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CAP_NET_BIND_SERVICE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2999232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41648" y="29992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1024 dan kichik portni ochish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0" y="2999232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82128" y="29992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33756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4747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CAP_DAC_READ_SEARCH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3474720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41648" y="34747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 o'qish ruxsatini chetlab o'tish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0" y="3474720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2128" y="34747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SeBackupPrivilege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50208"/>
            <a:ext cx="333756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395020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CAP_SYS_PTRACE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31920" y="3950208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041648" y="39502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 jarayonlarni kuzatish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3950208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82128" y="39502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SeDebugPrivilege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425696"/>
            <a:ext cx="333756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42569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CAP_CHOWN / CAP_FOWNER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931920" y="4425696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41648" y="44256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Egalikni o'zgartirish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0" y="4425696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82128" y="44256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SeTakeOwnershipPrivilege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01184"/>
            <a:ext cx="3337560" cy="402336"/>
          </a:xfrm>
          <a:prstGeom prst="roundRect">
            <a:avLst>
              <a:gd name="adj" fmla="val 9091"/>
            </a:avLst>
          </a:prstGeom>
          <a:solidFill>
            <a:srgbClr val="2A377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490118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CAP_SYS_ADMIN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931920" y="4901184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041648" y="49011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ko'p narsa — «yangi root»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4901184"/>
            <a:ext cx="3794760" cy="402336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882128" y="49011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5321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6204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setcap 'cap_net_bind_service=+ep' /usr/local/bin/hemis-web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getcap /usr/local/bin/hemis-web     # 80-portni root'siz ochadi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 va taqqos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SELinux · AppArmor · Windows bilan solishtirish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SELINUX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SELinux: rwx ustidan majburiy nazorat (MAC)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system_u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70632" y="178308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70632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92624" y="1783080"/>
            <a:ext cx="4572000" cy="68580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92624" y="1783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httpd_sys_content_t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2514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 (type) — asosiy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83496" y="178308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83496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83496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daraja (MLS, M11)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6949440" cy="3246120"/>
          </a:xfrm>
          <a:prstGeom prst="roundRect">
            <a:avLst>
              <a:gd name="adj" fmla="val 2535"/>
            </a:avLst>
          </a:prstGeom>
          <a:solidFill>
            <a:srgbClr val="1620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200400"/>
            <a:ext cx="6492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Tur majburlash (type enforcement) qoidasi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httpd_t httpd_sys_content_t : file { read open getattr };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getenforce                  # Enforcing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-Z /var/www/html/index.html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-eZ | grep httpd         # jarayon konteksti: httpd_t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ausearch -m AVC -ts recent   # rad etilgan murojaatlar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restorecon -Rv /var/www/html  # kontekstni tiklash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301752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DF3E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0" y="3090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 qatlam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3493008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Avval DAC (rwx, ACL), keyin SELinux. Ikkalasi ham ruxsat berishi shart. Fayl 777 bo'lsa ham, httpd_t user_home_t ni o'qiy olmaydi.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80960" y="512064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AppArmor (Ubuntu)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554126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Yo'lga asoslangan profillar; soddaroq, kamroq nozik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papkasini to'g'ri sozlaymiz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49808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7040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Men kimman va standart ruxsatim qanday?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 ; umask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Jamoa papkasi: egasi, guruh, SGID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mkdir /srv/kafedra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root:ax_oqituvchi /srv/kafedra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chmod 2770 /srv/kafedra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Dekanatga faqat o'qish, merosi bilan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setfacl -m g:dekanat:rX /srv/kafedra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setfacl -d -m g:dekanat:rX /srv/kafedra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getfacl /srv/kafedra ; ls -ld /srv/kafedra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Imtiyozlar va MAC holati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-l ; getenforce ; ls -Z /srv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17830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Kuzating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 -ld da «s» (SGID) va «+» (ACL) belgilari paydo bo'ladi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327355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Sinab ko'ring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30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dekanat a'zosi sifatida fayl yaratishga urining — natija?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0" y="4764024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52212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Buni Windows'da (M16) qanday qilgan bo'lardingiz? AGDLP bilan solishtiring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TAQQOSLASH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va Linux: bir g'oya, ikki yechim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834640" y="1783080"/>
            <a:ext cx="4343400" cy="438912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34640" y="1783080"/>
            <a:ext cx="43434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(M16)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783080"/>
            <a:ext cx="4343400" cy="438912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0" y="1783080"/>
            <a:ext cx="43434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29514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29514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44368" y="22951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 (global noyob)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229514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33488" y="22951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 / GID (lokal yoki LDAP)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4378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284378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284378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4368" y="28437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DACL: Allow/Deny, huquqlar yig'iladi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23760" y="284378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33488" y="28437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rwx + POSIX ACL: Deny yo'q, birinchi sinf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9242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39242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339242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44368" y="339242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Dinamik: (OI)(CI) qayta tarqaladi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339242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33488" y="339242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Yaratilishda: umask, default ACL, SGID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94106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39410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Superfoydalanuvchi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34640" y="394106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4368" y="394106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Yo'q — Administrators ham DACL ga bo'ysunadi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23760" y="394106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33488" y="394106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(UID 0) tekshiruvni chetlab o'tadi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48970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448970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Mayda imtiyozlar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834640" y="448970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944368" y="4489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privileges (Se…)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23760" y="448970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33488" y="4489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Capabilities (CAP_…)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03834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" y="503834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 oshirish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834640" y="503834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44368" y="50383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UAC, Run as, PIM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23760" y="503834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33488" y="50383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sudo, PAM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586984"/>
            <a:ext cx="2240280" cy="475488"/>
          </a:xfrm>
          <a:prstGeom prst="roundRect">
            <a:avLst>
              <a:gd name="adj" fmla="val 7692"/>
            </a:avLst>
          </a:prstGeom>
          <a:solidFill>
            <a:srgbClr val="2A377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558698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834640" y="558698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944368" y="55869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 (yaxlitlik darajalari)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223760" y="5586984"/>
            <a:ext cx="4343400" cy="475488"/>
          </a:xfrm>
          <a:prstGeom prst="roundRect">
            <a:avLst>
              <a:gd name="adj" fmla="val 7692"/>
            </a:avLst>
          </a:prstGeom>
          <a:solidFill>
            <a:srgbClr val="EEF2F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33488" y="55869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SELinux / AppArmor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Audit: Linux serverdagi xavfli sozlamalar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Linux serverida auditda quyidagilar topildi. Qaysi tamoyil buzilgan va qanday tuzatiladi?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SELinux o'chirilgan (setenforce 0) — «veb-ilova ishlamayotgan edi»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sudoers: aziz  ALL=(ALL) NOPASSWD: ALL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sudoers: %helpdesk  ALL=(root) /usr/bin/vim /etc/hosts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/opt/backup.sh — SUID root va guruh uchun yozish huquqi bor (rwsrwxr-x)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DAC: UID/GID va rwx; birinchi mos sinf hal qiladi, huquqlar yig'ilmaydi.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O'chirish — papkaning w huquqi; sticky bit va SGID jamoa papkalari muammosini hal qiladi.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POSIX ACL nomlangan yozuvlar va default meros beradi; Windows'dan farqli Deny yo'q.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sudo, PAM va capabilities — root'ni cheklash, eng kam imtiyoz amalda.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SELinux DAC ustidan MAC qo'shadi: ikkalasi ham ruxsat berishi shart.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chmod 640 da guruh nima qila oladi?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O'qish va yozish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Faqat o'qish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Hech narsa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Hammasi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/tmp dagi «t» biti nima?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SUID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SGID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Sticky bit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ACL belgisi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POSIX ACL dagi mask nima?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Standart umask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Nomlangan yozuvlar uchun yuqori chegara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Deny yozuvi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SELinux turi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rwx ruxsat bersa-yu, SELinux rad etsa?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Ruxsat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Rad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Faqat root uchun ruxsat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Faqat o'qish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vazifa, keyingi mavzu va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tab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Taqqoslash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16-slayddagi jadvalni 3 qatorga kengaytiring: audit, markazlashgan boshqaruv, parol saqlash.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fold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9" y="3053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loyiha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154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uchun /srv/kafedra tuzilmasini loyihalang: guruhlar, rwx, ACL, SGID va sudo qoidalari.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40411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skripti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1422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SUID fayllar, NOPASSWD qoidalar va SELinux holatini tekshiruvchi qisqa himoyachi skriptini yozing.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26280" cy="2816352"/>
          </a:xfrm>
          <a:prstGeom prst="roundRect">
            <a:avLst>
              <a:gd name="adj" fmla="val 2922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86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 · M18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2377440"/>
            <a:ext cx="40690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muhitlar: DB satr xavfsizligi, bulut IAM, Kubernetes RBAC, Zero Trust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 dan tashqarida — ma'lumotlar bazasi va bulutda kim nimaga kira oladi?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S.K. Ganiev va boshq. Kiberxavfsizlik asoslari. — T., 2021 (operatsion tizim xavfsizligi).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E. Nemeth va boshq. UNIX and Linux System Administration Handbook, 5-nashr. 2017.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Linux man sahifalari: chmod(1), acl(5), setfacl(1), sudoers(5), capabilities(7), pam(8).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Red Hat. Using SELinux (RHEL 9 hujjatlari); Ubuntu AppArmor qo'llanmasi.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CIS Benchmarks: Red Hat Enterprise Linux / Ubuntu Linux.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17-ma'ruza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17-ma'ruza. Linux/UNIX'da foydalanishni boshqarish</dc:title>
  <dc:subject>PptxGenJS Presentation</dc:subject>
  <dc:creator>PptxGenJS</dc:creator>
  <cp:lastModifiedBy>PptxGenJS</cp:lastModifiedBy>
  <cp:revision>1</cp:revision>
  <dcterms:created xsi:type="dcterms:W3CDTF">2026-09-26T18:08:18Z</dcterms:created>
  <dcterms:modified xsi:type="dcterms:W3CDTF">2026-09-26T18:08:18Z</dcterms:modified>
</cp:coreProperties>
</file>