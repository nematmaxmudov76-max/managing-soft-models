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10-12-ma'ruzalarda DAC va MAC modellarini ko'rdik: birinchisi juda moslashuvchan lekin boshqarish qiyin, ikkinchisi qat'iy lekin harbiy tizimlarga xos. Universitet yoki korxona uchun oraliq yechim kerak: rolga asoslangan model. Bugun: RBAC ning NIST standarti va uning Windows'dagi ifodasi — guruhlar, o'rnatilgan rollar va Entra ID rollari.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DAC da — 3000 marta yoki har bir guruhga alohida. 2) Har bir tizimda alohida o'zgartirish kerak — xatoga moyil (M2). 3) Rolga: «o'qituvchi» roliga «baho kiritish» ruxsatini bir marta bog'lash — barcha o'qituvchilar avtomatik oladi. Bu RBAC: ruxsat foydalanuvchiga emas, rolga beriladi; foydalanuvchi rolga tayinlanadi.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— Ferraiolo va Kuhn, 1992; NIST/ANSI standarti INCITS 359-2004. Asosiy afzallik: ruxsatlar biznes rollariga bog'lanadi, texnik identifikatorlarga emas. Bir foydalanuvchi bir necha rolga ega bo'lishi mumkin. M6 bilan bog'lang: Windows'da rol = xavfsizlik guruhi (G-AX-Oqituvchilar), UA = guruhga a'zolik, PA = guruhga NTFS/DL ruxsatlari (AGDLP).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modeli D.F. Ferraiolo, D.R. Kuhn, R. Chandramouli tomonidan rasmiylashtirilgan; ANSI INCITS 359-2004 standarti (2012-yilda yangilangan). RBAC0-RBAC3 — Sandhu ning 1996-yilgi RBAC96 oilasidan. Sessiya tushunchasi eng kam imtiyoz uchun muhim: foydalanuvchi ma'mur bo'lsa ham, kundalik ishda bu rolni yoqmasligi kerak (M11 dagi UAC bilan bog'lang).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ierarxiyasi qisman tartiblangan (M10, M11 dagi panjaraga o'xshash). Ehtiyot bo'lish kerak: ierarxiya chuqurlashsa, yuqori rollar juda ko'p ruxsat to'playdi — eng kam imtiyozga zid bo'lishi mumkin. Ba'zi tizimlarda 'private roles' ishlatiladi: professor rolining hamma ruxsati avtomatik merosga o'tmaydi.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Namunaviy javob: O'qituvchi — [baho kiritish], [hisobot ko'rish]; Kafedra mudiri — meros(O'qituvchi) + [dars jadvali], [xodim qabul], [baho tasdiqlash]; Laborant — [hisobot ko'rish]. 2) Kafedra mudiri O'qituvchidan meros oladi. 3) Yo'q! Baho kiritish va tasdiqlash bir shaxsda bo'lsa, o'qituvchi o'zi kiritgan bahoni o'zi tasdiqlaydi — vazifalarni ajratish (SoD, M2) buziladi. Shuning uchun mudir tasdiqlaydi, o'qituvchi kiritadi. 4) O'qituvchi va Kafedra mudiri orasiga yoki Dekan ostiga — ierarxiyaga qarab.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Active Directory RBAC ni to'liq ismi bilan atamaydi, lekin xavfsizlik guruhlari aynan rol vazifasini bajaradi. Muhim amaliy tavsiya (Microsoft): foydalanuvchiga to'g'ridan-to'g'ri ruxsat berma, doim guruh (rol) orqali ber. Bu M2 dagi hayotiy sikl bilan bog'lanadi: xodim ketganda uni guruhdan chiqarish yetarli.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ID (Azure AD) 100 dan ortiq o'rnatilgan (built-in) rolga ega; ular Microsoft Learn da hujjatlashtirilgan. Global Administrator — eng xavfli rol (M9 Midnight Blizzard aynan shuni nishonga olgan); tashkilotda 5 tadan kam bo'lishi tavsiya etiladi. Maxsus (custom) rollarni ham yaratish mumkin. Windows Server'da administrativ vazifalar uchun 'delegatsiya' (M6) — OU ustidan aniq rol berish.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ID PIM (Privileged Identity Management) — imtiyozli rollarni doimiy emas, so'rov bo'yicha vaqtincha berish. Bu M1 dagi 'just-in-time' va 'eng kam imtiyoz' tamoyillarining amaliy ifodasi. Faollashtirish uchun sabab, MFA va ba'zan ma'mur tasdig'i talab qilinishi mumkin. Faollashtirishlar to'liq audit qilinadi. PIM Access Reviews (M14) bilan birga ishlaydi: kim qaysi rolga 'tayyor' ekanini davriy qayta ko'rib chiqadi.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amaliy mashg'ulotidagi rollar.ps1 va provision.ps1 bilan bevosita bog'lanadi: o'sha yerda yaratilgan LAB_Oqituvchilar, LAB_Laborantlar guruhlari — bu RBAC rollari. 5-buyruq uchun Microsoft.Graph moduli va Entra ID ulanishi kerak (M9). Savolga javob: rolni o'chirsak, a'zolar o'sha rol bergan barcha ruxsatlarni yo'qotadi — bir joyda o'zgartirish, ko'p foydalanuvchiga ta'sir. Bu RBAC ning asosiy afzalligi.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SoD (Separation of Duties) — M2 dagi tamoyilning RBAC dagi rasmiy ifodasi. Statik SoD tayinlash vaqtida, dinamik SoD sessiya vaqtida tekshiriladi. Klassik misol — buxgalteriyada to'lovni tayyorlagan va tasdiqlagan shaxs bir kishi bo'lmasligi. Universitetda — baho kiritish va tasdiqlash. SoD qoidalari ba'zan mos kelmaydigan ruxsatlar juftligi sifatida ham beriladi.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a) Buzilgan — o'zi kiritgan bahoni o'zi tasdiqlaydi; statik SoD bilan ikki rolni ajratish kerak. b) To'g'ri — vazifalar ajratilgan, bu SoD ning namunasi. c) Buzilgan va juda xavfli — ma'mur o'z izlarini o'chira oladi; audit jurnallarini alohida rolga (yoki SIEM tizimiga, o'zgartirib bo'lmaydigan) berish kerak. d) Buzilgan — talaba o'z ishini baholaydi; bu rol umuman talabaga berilmasligi kerak (statik SoD).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Rollar portlashi — RBAC ning eng ko'p tanqid qilinadigan muammosi. Sabab: rol faqat 'kim' ni ifodalaydi, lekin kontekstni (qayerdan, qachon, qaysi bo'lim) ifodalay olmaydi. Har bir kontekst kombinatsiyasi uchun yangi rol yaratilsa, portlaydi. Zamonaviy yechim — RBAC + ABAC gibrid: rol asosiy huquqni, atributlar kontekstni belgilaydi. Bu 15-ma'ruza mavzusi.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jadval M10-M15 ning umumiy xaritasi. Muhim pedagogik xulosa: modellar bir-birini almashtirmaydi, to'ldiradi. Zamonaviy tizim (masalan, Entra ID Conditional Access) RBAC va ABAC ni birga qo'llaydi: rol asosiy ruxsatni beradi, shartli kirish (ABAC) kontekstga qarab qo'shimcha talab qo'yadi. Windows fayl tizimi esa hamon DAC. Talabalardan so'rang: HEMIS uchun qaysi kombinatsiya?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2-B, 3-C, 4-B.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Rolli model — [1] darslikdagi atama. UA/PA, sessiya, SoD — NIST standartidan. Uyga vazifa RBAC ni amaliy loyihalashga qaratilgan.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sitem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13-MA'RUZA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Rollarga asoslangan foydalanishni boshqarish: RBAC, rollar ierarxiyasi va vazifalarni ajratish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→ rol → ruxsat · Windows guruhlari va rollari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13-si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24003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24003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namoyishi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g'oyasi va NIST modeli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Rol, sessiya, ierarxiya, vazifalarni ajratish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RBAC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Guruhlar, o'rnatilgan rollar, Entra ID rollari, PIM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ning chegaralari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portlashi, RBAC va ABAC ga o'tish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3000 talaba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rollarni loyihalang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AD rollari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3000 talaba, 200 o'qituvchi, 50 xizmat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Universitetda har bir foydalanuvchiga alohida ruxsatlar berib chiqilsa (M10, DAC), yangi tizim qo'shilganda nima bo'ladi?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LMS qo'shildi. Uni 3000 talabaga ulash uchun necha marta ruxsat berish kerak?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bitiruvchi kursga o'tdi. Uning huquqlari qanday o'zgaradi?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«Barcha o'qituvchilar baho kirita oladi» qoidasini qayerda bir marta yozish mumkin?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RBAC G'OYASI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va ruxsat orasiga rol qo'yiladi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72968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Dilnoza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Bobur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09160" y="2514600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3172968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9160" y="3172968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Laborant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3831336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Dekanat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1783080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Ruxsatlar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869680" y="2514600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69680" y="2514600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 kiritish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69680" y="3172968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69680" y="3172968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o'qish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69680" y="3831336"/>
            <a:ext cx="2743200" cy="530352"/>
          </a:xfrm>
          <a:prstGeom prst="roundRect">
            <a:avLst>
              <a:gd name="adj" fmla="val 15517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69680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Hisobot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91840" y="2779776"/>
            <a:ext cx="1325880" cy="0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3291840" y="2779776"/>
            <a:ext cx="1325880" cy="658368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3291840" y="3438144"/>
            <a:ext cx="1325880" cy="658368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52360" y="2779776"/>
            <a:ext cx="1325880" cy="0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52360" y="2779776"/>
            <a:ext cx="1325880" cy="658368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52360" y="3438144"/>
            <a:ext cx="1325880" cy="658368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52360" y="4096512"/>
            <a:ext cx="1325880" cy="0"/>
          </a:xfrm>
          <a:prstGeom prst="line">
            <a:avLst/>
          </a:prstGeom>
          <a:noFill/>
          <a:ln w="22225">
            <a:solidFill>
              <a:srgbClr val="D9932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24612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UA: tayinlash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PA: bog'lash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1389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 bosqichli bog'lanish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5046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Foydalanuvchi-rol (UA) va rol-ruxsat (PA) alohida boshqariladi. Rol o'zgarganda barcha a'zolar avtomatik yangilanadi; foydalanuvchi ishga kirsa, unga rol beriladi — ruxsatlar emas. Bu M6 dagi AGDLP ning nazariy asosi.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NIST RBAC MODELI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bosqichli standart (INCITS 359-2004)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RBAC₀ — asosiy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78308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Foydalanuvchi, rol, ruxsat, sessiya. Minimal to'plam.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6675120" cy="658368"/>
          </a:xfrm>
          <a:prstGeom prst="roundRect">
            <a:avLst>
              <a:gd name="adj" fmla="val 12500"/>
            </a:avLst>
          </a:prstGeom>
          <a:solidFill>
            <a:srgbClr val="2A37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32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RBAC₁ — ierarxiya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5328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meros oladi: «Professor» «O'qituvchi» ruxsatlarini o'z ichiga oladi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6675120" cy="658368"/>
          </a:xfrm>
          <a:prstGeom prst="roundRect">
            <a:avLst>
              <a:gd name="adj" fmla="val 12500"/>
            </a:avLst>
          </a:prstGeom>
          <a:solidFill>
            <a:srgbClr val="2A37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826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RBAC₂ — cheklovlar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2826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 (SoD): bir shaxs bir vaqtda ikki mos kelmaydigan rolda bo'lmaydi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6675120" cy="658368"/>
          </a:xfrm>
          <a:prstGeom prst="roundRect">
            <a:avLst>
              <a:gd name="adj" fmla="val 12500"/>
            </a:avLst>
          </a:prstGeom>
          <a:solidFill>
            <a:srgbClr val="3D4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325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RBAC₃ — birlashgan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03250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Ierarxiya + cheklovlar birga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4160520" cy="2916936"/>
          </a:xfrm>
          <a:prstGeom prst="roundRect">
            <a:avLst>
              <a:gd name="adj" fmla="val 2821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Sessiya (session)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33172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bir vaqtda o'z rollarining bir qismini faollashtiradi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(M1): faqat kerakli rol yoqiladi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Windows: «Run as administrator» — admin rolini shu sessiyaga yoqish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3776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va MAC/DAC farqi: MAC — tizim majburlaydi, o'zgartirib bo'lmaydi; DAC — egasi ixtiyoriy; RBAC — ma'mur biznes rollariga ko'ra siyosat tuzadi. RBAC ko'pincha «siyosatga betaraf» deyiladi: uning ustiga ham DAC, ham MAC ga o'xshash siyosat qurish mumkin.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ROL IERARXIYASI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rol quyi rollarning ruxsatlarini meros oladi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 flipH="1">
            <a:off x="3200400" y="2221992"/>
            <a:ext cx="2880360" cy="704088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2221992"/>
            <a:ext cx="2880360" cy="704088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3182112"/>
            <a:ext cx="2880360" cy="704088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80760" y="3182112"/>
            <a:ext cx="2880360" cy="704088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4142232"/>
            <a:ext cx="914" cy="704088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91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Rektor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20240" y="26517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2024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Dekan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26517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mudiri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36118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457200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E8F3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394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Meros: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394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Professor «O'qituvchi» ning barcha ruxsatlariga ega + qo'shimchalari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53949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FDF3E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5394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Foyda: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5394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«O'qituvchi» ga yangi ruxsat qo'shilsa, yuqoridagilar avtomatik oladi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Windows'da: «Administrators» «Users» huquqlarini o'z ichiga oladi; built-in guruhlar bir-biriga a'zo bo'ladi.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uchun rollarni loyihalang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Ruxsatlar: [baho kiritish], [baho tasdiqlash], [dars jadvali tuzish], [xodim qabul qilish], [hisobot ko'rish]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rolga (O'qituvchi, Kafedra mudiri, Laborant) qaysi ruxsatlarni berasiz?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ierarxiyasi tuzsangiz, kim kimdan meros oladi?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«Baho kiritish» va «baho tasdiqlash» bitta shaxsda bo'lishi kerakmi?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«Dekan o'rinbosari» roli qo'shilsa, uni qayerga joylaysiz?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RBAC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Guruhlar · O'rnatilgan rollar · Entra ID · PIM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WINDOWS GURUHLARI = ROLLAR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 xavfsizlik guruhi — RBAC roli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375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337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RBAC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1783080"/>
            <a:ext cx="37947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31920" y="1783080"/>
            <a:ext cx="3794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/ 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0" y="1783080"/>
            <a:ext cx="37947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783080"/>
            <a:ext cx="3794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31343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2313432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41648" y="23134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guruhi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2313432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82128" y="23134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G-AX-Oqituvchilar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291693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 (foydalanuvchi-rol)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31920" y="2916936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1648" y="291693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Guruhga a'zolik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0" y="2916936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82128" y="291693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Add-ADGroupMember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5204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 (rol-ruxsat)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31920" y="3520440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041648" y="35204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Guruhga NTFS/DL ruxsati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0" y="3520440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82128" y="35204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AGDLP (M6)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123944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412394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Sessiya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931920" y="4123944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1648" y="41239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tokeni + UAC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72400" y="4123944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82128" y="41239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as administrator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727448"/>
            <a:ext cx="3337560" cy="530352"/>
          </a:xfrm>
          <a:prstGeom prst="roundRect">
            <a:avLst>
              <a:gd name="adj" fmla="val 6897"/>
            </a:avLst>
          </a:prstGeom>
          <a:solidFill>
            <a:srgbClr val="2A377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472744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Ierarxiya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31920" y="4727448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041648" y="47274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guruhga a'zo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772400" y="4727448"/>
            <a:ext cx="3794760" cy="530352"/>
          </a:xfrm>
          <a:prstGeom prst="roundRect">
            <a:avLst>
              <a:gd name="adj" fmla="val 6897"/>
            </a:avLst>
          </a:prstGeom>
          <a:solidFill>
            <a:srgbClr val="EEF2F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882128" y="47274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ichma-ich guruhlar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CADC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6-ma'ruzadagi AGDLP strategiyasi aslida RBAC ning amalga oshirilishi: Global guruh — rol (kim), Domain Local guruh — ruxsatlar to'plami (nima). Bu ikki qavat UA va PA ni ajratadi.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O'RNATILGAN ROLLAR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Entra ID ning tayyor rollari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lokal guruhlar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Administrators — to'liq nazorat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— oddiy ish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 Operators — zaxira uchun maxsus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Desktop Users — RDP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12" y="1965960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11" name="Image 1" descr="/home/claude/fob-slides/icons_out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rollari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7889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Administrator — hammasi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Administrator — qayd yozuvlari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Helpdesk Admin — parol tiklash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Reader — faqat o'qish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8F3E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5047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tamoyili (M1)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4315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Administrator o'rniga aniq rol tanlang: parol tiklash uchun Helpdesk Admin yetarli. Entra ID da 100 dan ortiq oldindan belgilangan rol bor — har biri kichik vazifa uchun. Bu «rollarni loyihalash» san'ati — 14-ma'ruza mavzusi.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VAQTINCHALIK IMTIYOZ (PIM)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doimiy emas — so'rov va tasdiq bilan vaqtincha yoqiladi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Privileged Identity Management (PIM): imtiyozli rol foydalanuvchiga «tayyor» (eligible) qilib beriladi, lekin faol emas. Kerak bo'lganda foydalanuvchi uni cheklangan vaqtga faollashtiradi.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EEF2FB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926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fob-slides/icons_out/clo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058" y="30700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Tayyor (eligible)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114800"/>
            <a:ext cx="229514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biriktirilgan, lekin uxlab yotibdi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90672" y="370332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2743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2926080"/>
            <a:ext cx="640080" cy="640080"/>
          </a:xfrm>
          <a:prstGeom prst="ellipse">
            <a:avLst/>
          </a:prstGeom>
          <a:solidFill>
            <a:srgbClr val="162048"/>
          </a:solidFill>
          <a:ln/>
        </p:spPr>
      </p:sp>
      <p:pic>
        <p:nvPicPr>
          <p:cNvPr id="13" name="Image 1" descr="/home/claude/fob-slides/icons_out/user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698" y="307009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So'rov + tasdiq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4114800"/>
            <a:ext cx="229514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sabab yozadi, ma'mur tasdiqlaydi, MFA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925312" y="370332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217920" y="2743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2A3778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162048"/>
          </a:solidFill>
          <a:ln/>
        </p:spPr>
      </p:sp>
      <p:pic>
        <p:nvPicPr>
          <p:cNvPr id="19" name="Image 2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338" y="307009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Faol (vaqtincha)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327648" y="4114800"/>
            <a:ext cx="229514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Masalan 2 soatga; keyin avtomatik o'chadi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759952" y="370332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052560" y="274320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E8F3EC"/>
          </a:solidFill>
          <a:ln/>
        </p:spPr>
      </p:sp>
      <p:sp>
        <p:nvSpPr>
          <p:cNvPr id="24" name="Shape 19"/>
          <p:cNvSpPr/>
          <p:nvPr/>
        </p:nvSpPr>
        <p:spPr>
          <a:xfrm>
            <a:off x="9966960" y="2926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fob-slides/icons_out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978" y="3070098"/>
            <a:ext cx="352044" cy="3520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5256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162288" y="4114800"/>
            <a:ext cx="2295144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faollashtirish jurnalga yoziladi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77240" y="51023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 va M9 bilan bog'liq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PIM — «vaqtinchalik imtiyoz» (just-in-time) tamoyilining amaliy vositasi: Global Administrator doim faol bo'lmasa, uni o'g'irlash foydasi kamayadi. Midnight Blizzard (M9) aynan doimiy imtiyozli qayd yozuvlaridan foydalangan edi.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Rollarni PowerShell bilan boshqaramiz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49808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040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Lokal guruhlar (rollar) ro'yxati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Get-LocalGroup | Select Name, Description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Rol yaratish va ruxsat berish (M6 AGDLP)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New-LocalGroup 'LAB_Oqituvchilar'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Add-LocalGroupMember 'LAB_Oqituvchilar' 'lab_aziz'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Kim qaysi rolda?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Get-LocalGroupMember 'LAB_Oqituvchilar'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Foydalanuvchining barcha rollari (tokeni)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whoami /groups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Entra ID (Graph): rol tayinlashlar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Get-MgRoleManagementDirectoryRoleAssignment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17830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Bog'lang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 dagi rollar.ps1 — LAB_ guruhlari aynan RBAC rollari edi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327355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Kuzating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30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whoami /groups — foydalanuvchi bir vaqtda bir necha rolda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0" y="4764024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2212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Rolni o'chirsak, a'zolarning huquqlari qanday o'zgaradi?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VAZIFALARNI AJRATISH (RBAC₂)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 kelmaydigan rollar bir shaxsda birlashmasin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Statik SoD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SSD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ikki mos kelmaydigan rolga umuman tayinlanmaydi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«Baho kiritish» va «baho tasdiqlash» rollari bir kishida bo'lmaydi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78308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Dinamik SoD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06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 rolga ega bo'lish mumkin, lekin bir sessiyada ikkalasini yoqib bo'lmaydi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 kiritish, ham tasdiqlash mumkin, lekin bir vaqtda emas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8F3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36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muhim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20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Ichki firibgarlik va xatolarning oldini oladi — bir kishi butun jarayonni nazorat qila olmaydi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Clark-Wilson (M11) va Clark-Wilson tijorat yaxlitligining asosiy talabi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Amalda: Entra ID PIM va Access Reviews SoD qoidalarini tekshiradi (14-ma'ruza)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SoD buzilganmi?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685800" cy="841248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68580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7830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Karimov ham «baho kiritish», ham «baho tasdiqlash» rollariga ega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012680" y="195681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12680" y="195681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2743200"/>
            <a:ext cx="685800" cy="841248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43200"/>
            <a:ext cx="68580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74320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Kassir to'lovni tayyorlaydi, bosh buxgalter tasdiqlaydi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0012680" y="291693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12680" y="291693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37033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703320"/>
            <a:ext cx="685800" cy="841248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703320"/>
            <a:ext cx="68580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70332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Tizim ma'muri ham auditni sozlaydi, ham audit jurnallarini o'chira oladi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0012680" y="387705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12680" y="387705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66344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4663440"/>
            <a:ext cx="685800" cy="841248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8640" y="4663440"/>
            <a:ext cx="68580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66344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ham «kurs ishi topshirish», ham «o'z ishini baholash» rollarida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10012680" y="483717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012680" y="483717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Buzilgan?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holatda buzilish bo'lsa, uni statik yoki dinamik SoD bilan qanday to'xtatasiz?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ning chegaralari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portlashi · ABAC ga o'tish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ROLLAR PORTLASHI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 explosion: rollar soni nazoratdan chiqadi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oddiy vaziyatlarda ajoyib. Lekin har bir kichik farq uchun yangi rol kerak bo'lsa, rollar soni foydalanuvchilar sonidan oshib ketishi mumkin.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7EC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Sabab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4231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kafedra × har bir bino × har bir vaqt oralig'i uchun alohida rol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DF3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15468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«3-bino Moliya kafedrasi kunduzgi o'qituvchisi» — juda tor rol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7EC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Oqibat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88620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Minglab rol; kim qaysi rolda ekanini hech kim bilmaydi; qayta sertifikatlash imkonsiz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7EC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17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Belgi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61772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soni ≈ foydalanuvchilar soni — RBAC o'z ma'nosini yo'qotgan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Yechim yo'nalishlari: rol ierarxiyasidan oqilona foydalanish, rollarni atributlar bilan to'ldirish (masalan, «o'qituvchi» roli + «kafedra» atributi) — bu ABAC ga olib boradi (M15).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MODELLAR BIR-BIRINI TO'LDIRADI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 → MAC → RBAC → ABAC: qachon qaysi biri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488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783080"/>
            <a:ext cx="30632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783080"/>
            <a:ext cx="3063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 asosi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297180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783080"/>
            <a:ext cx="2971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Kuchli tomoni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9680" y="178308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0" y="1783080"/>
            <a:ext cx="2697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Zaif tomoni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404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 (M10)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2404872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2928" y="2404872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 ixtiyori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2404872"/>
            <a:ext cx="297180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61888" y="240487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Moslashuvchan, oddiy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69680" y="2404872"/>
            <a:ext cx="269748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79408" y="240487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Troyan oti, tarqalish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191256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2A3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19125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 (M11)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0" y="3191256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52928" y="3191256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Tizim yorlig'i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52160" y="3191256"/>
            <a:ext cx="2971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61888" y="3191256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Qat'iy, isbotlanadi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69680" y="3191256"/>
            <a:ext cx="26974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79408" y="319125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Egiluvchan emas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2A37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397764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(M13)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0" y="397764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852928" y="3977640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52160" y="3977640"/>
            <a:ext cx="297180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61888" y="397764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Boshqarish oson, SoD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869680" y="3977640"/>
            <a:ext cx="2697480" cy="713232"/>
          </a:xfrm>
          <a:prstGeom prst="roundRect">
            <a:avLst>
              <a:gd name="adj" fmla="val 5128"/>
            </a:avLst>
          </a:prstGeom>
          <a:solidFill>
            <a:srgbClr val="EEF2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79408" y="39776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portlashi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4764024"/>
            <a:ext cx="2148840" cy="713232"/>
          </a:xfrm>
          <a:prstGeom prst="roundRect">
            <a:avLst>
              <a:gd name="adj" fmla="val 5128"/>
            </a:avLst>
          </a:prstGeom>
          <a:solidFill>
            <a:srgbClr val="2A377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476402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ABAC (M15)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743200" y="4764024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52928" y="4764024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Atributlar + qoida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852160" y="4764024"/>
            <a:ext cx="29718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61888" y="476402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moslashuvchan, kontekst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869680" y="4764024"/>
            <a:ext cx="26974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79408" y="476402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Murakkab, tahlil qiyin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DF3E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Amalda gibrid: universitet RBAC (rollar) + ABAC (kafedra, vaqt, qurilma holati) + Windows'da DAC (fayllar) birga ishlatadi.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RBAC: ruxsat foydalanuvchiga emas, rolga beriladi; foydalanuvchi rolga tayinlanadi (UA + PA).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modeli: RBAC0 (asosiy), RBAC1 (ierarxiya), RBAC2 (SoD), RBAC3 (birlashgan).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rol = xavfsizlik guruhi; AGDLP (M6) — RBAC ning amalga oshirilishi.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 (SoD) mos kelmaydigan rollarni bir shaxsda birlashtirmaydi.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ning chegarasi — rollar portlashi; kontekst kerak bo'lsa, ABAC ga o'tiladi.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da ruxsat kimga beriladi?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Foydalanuvchiga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Rolga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Faylga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Sessiyaga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RBAC1 nimani qo'shadi?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Sessiyalarni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Rol ierarxiyasini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SoD ni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Atributlarni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 RBAC roli nima?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NTFS fayl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Kirish tokeni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Xavfsizlik guruhi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SID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«Rollar portlashi» nima?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Rol o'chirilishi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Rollar sonining nazoratsiz o'sishi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SoD buzilishi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Meros xatosi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sitem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Loyihalash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uchun 5-6 rol va ular orasidagi ierarxiyani chizing; har biriga ruxsatlar va SoD qoidalarini yozing.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termin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PowerShell bilan test rol (guruh) yarating, foydalanuvchi qo'shing, whoami /groups bilan tekshiring.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Tahlil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o'rnatilgan rollaridan 3 tasini tanlab, ular «eng kam imtiyoz» ga qanchalik mos ekanini baholang.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 · M14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injiniringi va foydalanish huquqlarini qayta sertifikatlash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qayerdan olinadi va ular haligacha to'g'rimi?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(rolli model).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D.F. Ferraiolo, D.R. Kuhn. Role-Based Access Control. NIST, 1992.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R. Sandhu va boshq. Role-Based Access Control Models. IEEE Computer, 1996.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ANSI INCITS 359-2004 (2012). Role Based Access Control.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Microsoft Learn. Active Directory security groups; Microsoft Entra built-in roles.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13-ma'ruza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13-ma'ruza. Rolga asoslangan foydalanish nazorati (RBAC): NIST modeli</dc:title>
  <dc:subject>PptxGenJS Presentation</dc:subject>
  <dc:creator>PptxGenJS</dc:creator>
  <cp:lastModifiedBy>PptxGenJS</cp:lastModifiedBy>
  <cp:revision>1</cp:revision>
  <dcterms:created xsi:type="dcterms:W3CDTF">2026-09-26T16:52:41Z</dcterms:created>
  <dcterms:modified xsi:type="dcterms:W3CDTF">2026-09-26T16:52:41Z</dcterms:modified>
</cp:coreProperties>
</file>